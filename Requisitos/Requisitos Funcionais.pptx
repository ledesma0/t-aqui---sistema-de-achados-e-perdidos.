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ADD133-F1CB-4DE2-9452-0E89D3E950AE}">
  <a:tblStyle styleId="{F2ADD133-F1CB-4DE2-9452-0E89D3E950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267650"/>
            <a:ext cx="8520600" cy="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 flipH="1" rot="10800000">
            <a:off x="311700" y="6270325"/>
            <a:ext cx="8520600" cy="1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-12" y="-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{F2ADD133-F1CB-4DE2-9452-0E89D3E950AE}</a:tableStyleId>
              </a:tblPr>
              <a:tblGrid>
                <a:gridCol w="2230725"/>
                <a:gridCol w="2044775"/>
                <a:gridCol w="4868500"/>
              </a:tblGrid>
              <a:tr h="38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Requisito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Criticidade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Descrição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R-01 - Contas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permitir o cadastro de novos usuários.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R-02 - Fotografia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usuário deve conseguir anexar imagens as publicações.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7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R-03  -  Detalhamento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usuário deve conseguir informar detalhes sobre o pertence.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86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R-04 - Contato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usuário deve conseguir informar nome e meio de contato de quem perdeu ou encontrou o pertence.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R-05 - Busca Avançada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conter pesquisas por filtro.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R-06 - Administração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Administradores devem poder editar e apagar publicações.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2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R-07 -  Chat Interno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ter um chat interno para os usuários se comunicarem.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 flipH="1" rot="10800000">
            <a:off x="304800" y="7545425"/>
            <a:ext cx="30000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