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C5664D-17F1-4A5C-AEFA-D2138C49A38D}">
  <a:tblStyle styleId="{FFC5664D-17F1-4A5C-AEFA-D2138C49A3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8267650"/>
            <a:ext cx="8520600" cy="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 flipH="1" rot="10800000">
            <a:off x="311700" y="6270325"/>
            <a:ext cx="8520600" cy="1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6" name="Google Shape;56;p13"/>
          <p:cNvGraphicFramePr/>
          <p:nvPr/>
        </p:nvGraphicFramePr>
        <p:xfrm>
          <a:off x="-12" y="-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{FFC5664D-17F1-4A5C-AEFA-D2138C49A38D}</a:tableStyleId>
              </a:tblPr>
              <a:tblGrid>
                <a:gridCol w="2230725"/>
                <a:gridCol w="2044775"/>
                <a:gridCol w="4868500"/>
              </a:tblGrid>
              <a:tr h="38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Requisito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Criticidade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Descrição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6D9EEB"/>
                    </a:solidFill>
                  </a:tcPr>
                </a:tc>
              </a:tr>
              <a:tr h="62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R-01 - Contas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Alta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 sistema deve permitir o cadastro de novos usuários.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  <a:tr h="62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R-02 - Fotografia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Média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 usuário deve conseguir anexar imagens as publicações.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  <a:tr h="7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R-03  -  Detalhamento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Alta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 usuário deve conseguir informar detalhes sobre o pertence.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  <a:tr h="86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R-04 - Contato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Alta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 usuário deve conseguir informar nome e meio de contato de quem perdeu ou encontrou o pertence.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  <a:tr h="62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R-05 - Busca Avançada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Média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 sistema deve conter pesquisas por filtro.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  <a:tr h="62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R-06 - Administração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Alta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Administradores devem poder editar e apagar publicações.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  <a:tr h="62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R-07 -  Chat Interno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Média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 sistema deve ter um chat interno para os usuários se comunicarem.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57" name="Google Shape;57;p13"/>
          <p:cNvSpPr txBox="1"/>
          <p:nvPr/>
        </p:nvSpPr>
        <p:spPr>
          <a:xfrm flipH="1" rot="10800000">
            <a:off x="304800" y="7545425"/>
            <a:ext cx="3000000" cy="7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