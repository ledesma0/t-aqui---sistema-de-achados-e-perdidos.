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EA8AAA-66D8-4448-AB91-57287F76D75B}">
  <a:tblStyle styleId="{6DEA8AAA-66D8-4448-AB91-57287F76D7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 flipH="1" rot="10800000">
            <a:off x="-719925" y="4514150"/>
            <a:ext cx="229800" cy="16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-683350" y="4821600"/>
            <a:ext cx="317400" cy="1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6" name="Google Shape;56;p13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{6DEA8AAA-66D8-4448-AB91-57287F76D75B}</a:tableStyleId>
              </a:tblPr>
              <a:tblGrid>
                <a:gridCol w="1966875"/>
                <a:gridCol w="889750"/>
                <a:gridCol w="6287375"/>
              </a:tblGrid>
              <a:tr h="59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Número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Criticidade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Descrição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6D9EEB"/>
                    </a:solidFill>
                  </a:tcPr>
                </a:tc>
              </a:tr>
              <a:tr h="59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R-01- Usabilidade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Alta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sistema deve ter uma interface simples.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66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R-02 - Desempenho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Média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As pesquisas devem ser processadas rapidamente.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59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R-03 - Disponibilidade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Alta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sistema deve estar disponível durante a maior parte do dia.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59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R-04 - Segurança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Alta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sistema deve garantir a segurança e confiabilidade dos dados.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59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R-05 - Desempenho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Média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sistema deve suportar o aumento da quantidade de usuários e publicações sem perda significativa de desempenho.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59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R-06 - Backup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Alta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sistema deve realizar backup diariamente.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  <a:tr h="93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R-07 - Manutenabilidade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Média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 sistema deve ser desenvolvido de forma a facilitar futuras manutenções e updates.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57" name="Google Shape;57;p13"/>
          <p:cNvSpPr txBox="1"/>
          <p:nvPr/>
        </p:nvSpPr>
        <p:spPr>
          <a:xfrm flipH="1">
            <a:off x="-1112100" y="3136625"/>
            <a:ext cx="1989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